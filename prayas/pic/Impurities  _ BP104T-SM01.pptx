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Impurities and Sources of Impurities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For B.Pharm Students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Impurities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Impurities are unwanted chemicals that remain with the active pharmaceutical ingredients (APIs) or develop during formulation or upon aging.</a:t>
            </a:r>
          </a:p>
          <a:p>
            <a:r>
              <a:t>They can affect the efficacy and safety of pharmaceutical products.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Classification of Impurities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Organic Impurities</a:t>
            </a:r>
          </a:p>
          <a:p>
            <a:r>
              <a:t>2. Inorganic Impurities</a:t>
            </a:r>
          </a:p>
          <a:p>
            <a:r>
              <a:t>3. Residual Solvents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Sources of Impurities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Raw materials used in synthesis</a:t>
            </a:r>
          </a:p>
          <a:p>
            <a:r>
              <a:t>2. Reagents, ligands, and catalysts</a:t>
            </a:r>
          </a:p>
          <a:p>
            <a:r>
              <a:t>3. Heavy metals and inorganic salts</a:t>
            </a:r>
          </a:p>
          <a:p>
            <a:r>
              <a:t>4. Solvents and reaction media</a:t>
            </a:r>
          </a:p>
          <a:p>
            <a:r>
              <a:t>5. Manufacturing process (e.g., incomplete reactions)</a:t>
            </a:r>
          </a:p>
          <a:p>
            <a:r>
              <a:t>6. Storage conditions (e.g., degradation products)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Examples of Impurities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Paracetamol – p-aminophenol impurity</a:t>
            </a:r>
          </a:p>
          <a:p>
            <a:r>
              <a:t>• Aspirin – salicylic acid impurity</a:t>
            </a:r>
          </a:p>
          <a:p>
            <a:r>
              <a:t>• Antibiotics – related substances and degradation products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 of Impurities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Reduced therapeutic efficacy</a:t>
            </a:r>
          </a:p>
          <a:p>
            <a:r>
              <a:t>• Adverse effects and toxicity</a:t>
            </a:r>
          </a:p>
          <a:p>
            <a:r>
              <a:t>• Altered stability and shelf-life</a:t>
            </a:r>
          </a:p>
          <a:p>
            <a:r>
              <a:t>• Regulatory non-compliance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Control and Limits of Impurities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Set by ICH guidelines (Q3A, Q3B, etc.)</a:t>
            </a:r>
          </a:p>
          <a:p>
            <a:r>
              <a:t>• Routine testing and monitoring</a:t>
            </a:r>
          </a:p>
          <a:p>
            <a:r>
              <a:t>• Use of validated analytical methods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Impurities are an essential consideration in pharmaceutical manufacturing.</a:t>
            </a:r>
          </a:p>
          <a:p>
            <a:r>
              <a:t>Understanding sources and controlling levels ensures drug safety, efficacy, and regulatory compliance.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